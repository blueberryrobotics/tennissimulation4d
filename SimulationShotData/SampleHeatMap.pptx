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B49AC-C9A8-607C-2C83-C02043E664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805AE2-E4E4-4E7B-4F18-B19319456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B5EA3-5160-0018-FCD1-34B61B61B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CA089-21CB-4EC6-A842-39B0261B3A33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23B3D-5259-2B5D-6C09-112C4A1EB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179DF-193A-300B-E386-5755B8502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40F97-1145-4027-8F6B-3A65726E4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63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1D13-178C-3558-2055-95199821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5C336-12CE-E110-7E66-96644C8C1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7E568-1ED9-CB29-99FA-FACD8F481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CA089-21CB-4EC6-A842-39B0261B3A33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4F436-7A8C-81B7-3A4D-92DD264BE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0DE93-F5BA-C308-D6D4-9F971022D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40F97-1145-4027-8F6B-3A65726E4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707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03CBB-BC7B-BB44-60FE-263B92BF2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CE130-5ADF-6897-32AC-1F21F166A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20395-3B35-20FA-530E-4AD54D27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CA089-21CB-4EC6-A842-39B0261B3A33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3F962-1120-9647-EB0E-E43AA669C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C9C05-3270-78D6-D792-3ED40501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40F97-1145-4027-8F6B-3A65726E4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3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A209D-79FC-4DB2-4472-C1A95B614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DA645-F67D-52BA-EA6D-EEAC78C3CC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FF7B5-BC18-E086-36E5-86B263D7A2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4D9FF-4BC5-B249-24CA-A4E6F34E5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CA089-21CB-4EC6-A842-39B0261B3A33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65EE6-E657-5DF8-411F-B9339C02D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29EAB8-45B4-7EF0-C49F-D89927092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40F97-1145-4027-8F6B-3A65726E4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845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89EDD-B181-F825-A84C-9A81CFE1D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B25EE-0B0F-98C9-2B1C-4BC42D7CF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371986-CABE-D0E9-8524-9DFA56552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5BE9F9-8CA5-A9DC-28B8-6C64E25F53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547BD5-C1B4-2134-56C7-FF6B4D3365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3568EC-7367-5C25-5119-8E1598A4B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CA089-21CB-4EC6-A842-39B0261B3A33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326788-5F2E-E93F-131B-0FC02FB45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C59FC1-1C13-9773-3F47-716A59439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40F97-1145-4027-8F6B-3A65726E4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746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DA12D-BC60-6015-CB2F-434AD7E93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7FAEDC-D9EB-E2FB-24CA-7E46B38D3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CA089-21CB-4EC6-A842-39B0261B3A33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CFD118-8DEA-BDE4-794D-8AA41F52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F4915B-6261-89EA-283D-3B2339787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40F97-1145-4027-8F6B-3A65726E4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051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8FEE7F-6FBF-D093-2000-101624C1B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CA089-21CB-4EC6-A842-39B0261B3A33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CCC6DF-E801-5B5B-A3D9-131796490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A536D-7CE2-4141-8519-4E40261E4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40F97-1145-4027-8F6B-3A65726E4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052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7C36A-218B-2D0C-F7A0-B4F5A1749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F9082-BEB2-CC9E-D3A8-F3FC01DAB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761E8F-42C9-1495-079D-1CB1286E8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87C01-778D-FA61-1B2E-2C56FF92C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CA089-21CB-4EC6-A842-39B0261B3A33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79EF92-E604-B22A-5EC3-1691FB119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E649B-D7E2-A13D-9813-87AFADA78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40F97-1145-4027-8F6B-3A65726E4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722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B1BCE-C63B-22C0-F7F3-5EA18D04A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A5ACD8-255C-A441-4F42-38E8C8D917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5E257B-CA52-45DC-D15E-894365780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0AFF9B-AA9D-FCA6-7FD5-EF48670F7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CA089-21CB-4EC6-A842-39B0261B3A33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BF84C-5884-D5B6-8F30-BFC4C130A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D0AB5-581D-21DB-E6DD-8D90B1D19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40F97-1145-4027-8F6B-3A65726E4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659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4614D-FB94-92EC-EAC8-2E18BE43F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C08B0B-2068-1C39-BCD9-59EFAC8C08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06ACA-9C7E-DEAE-EF6A-23B9953D8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CA089-21CB-4EC6-A842-39B0261B3A33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A3E8F-C14B-72E6-1BD1-D8A1A7921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20211-5A77-632B-93A1-3E8C2FB7F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40F97-1145-4027-8F6B-3A65726E4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583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028EF-1F0F-4609-27F0-7DBEEABA7E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04C830-5CCC-7A7D-F2FC-2110ACB04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7486F-7518-B688-5E77-36BA9E5B5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CA089-21CB-4EC6-A842-39B0261B3A33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09A52-45C3-B7C3-2A9B-38CCB2BB0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76085-10AC-3045-3EF6-33A0CDDDE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40F97-1145-4027-8F6B-3A65726E4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472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78A954-1481-9756-5789-62E20C83F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349DD8-577A-7DC6-CC00-24750A3E5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8B12E-A91C-E276-09B4-92F62297B3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4CA089-21CB-4EC6-A842-39B0261B3A33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E811D-5721-4A16-B157-BD9F8B6832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6F535-4549-E4DA-BE70-4D618A386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540F97-1145-4027-8F6B-3A65726E4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102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ABDE6B-E7F6-0971-D2E4-87675146F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043" y="643466"/>
            <a:ext cx="463791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040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Yeager</dc:creator>
  <cp:lastModifiedBy>Michael Yeager</cp:lastModifiedBy>
  <cp:revision>1</cp:revision>
  <dcterms:created xsi:type="dcterms:W3CDTF">2026-05-26T21:06:55Z</dcterms:created>
  <dcterms:modified xsi:type="dcterms:W3CDTF">2026-05-26T21:08:27Z</dcterms:modified>
</cp:coreProperties>
</file>